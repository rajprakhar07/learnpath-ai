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B-trees keep their keys sorted, so a lookup follows a short path from the root to a leaf.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Durability means committed changes survive a crash.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Relational Databases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CS240 sample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Tables and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relational database stores data in tables made of rows and columns.</a:t>
            </a:r>
          </a:p>
          <a:p>
            <a:pPr>
              <a:defRPr sz="2000"/>
            </a:pPr>
            <a:r>
              <a:t>A primary key uniquely identifies each row in a table.</a:t>
            </a:r>
          </a:p>
          <a:p>
            <a:pPr>
              <a:defRPr sz="2000"/>
            </a:pPr>
            <a:r>
              <a:t>A foreign key is a column that references the primary key of another table.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206240"/>
          <a:ext cx="4114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One record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SELECT retrieves rows from one or more tables.</a:t>
            </a:r>
          </a:p>
          <a:p>
            <a:pPr>
              <a:defRPr sz="2000"/>
            </a:pPr>
            <a:r>
              <a:t>The WHERE clause filters rows before they are returned.</a:t>
            </a:r>
          </a:p>
          <a:p>
            <a:pPr>
              <a:defRPr sz="2000"/>
            </a:pPr>
            <a:r>
              <a:t>A JOIN combines rows from two tables based on a related column.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An index is a data structure that speeds up lookups on a column.</a:t>
            </a:r>
          </a:p>
          <a:p>
            <a:pPr>
              <a:defRPr sz="2000"/>
            </a:pPr>
            <a:r>
              <a:t>Indexes make reads faster but slow down writes, because the index must be updated.</a:t>
            </a:r>
          </a:p>
        </p:txBody>
      </p:sp>
      <p:pic>
        <p:nvPicPr>
          <p:cNvPr id="4" name="Picture 3" descr="Diagram of a B-tree index with a root node and three leaf nod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10896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Normalization organizes data to reduce redundancy.</a:t>
            </a:r>
          </a:p>
          <a:p>
            <a:pPr>
              <a:defRPr sz="2000"/>
            </a:pPr>
            <a:r>
              <a:t>In third normal form, every non-key column depends only on the key.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Transactions and ACID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transaction is a group of operations that succeed or fail together.</a:t>
            </a:r>
          </a:p>
          <a:p>
            <a:pPr>
              <a:defRPr sz="2000"/>
            </a:pPr>
            <a:r>
              <a:t>ACID stands for atomicity, consistency, isolation, and durability.</a:t>
            </a:r>
          </a:p>
          <a:p>
            <a:pPr>
              <a:defRPr sz="2000"/>
            </a:pPr>
            <a:r>
              <a:t>Atomicity means that a transaction is applied completely or not at 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